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b554516d9_0_1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db554516d9_0_1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b554516d9_0_2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b554516d9_0_2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b554516d9_0_2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db554516d9_0_2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b554516d9_0_3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b554516d9_0_3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b554516d9_0_4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db554516d9_0_4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b554516d9_0_5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db554516d9_0_5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6db7e6164_1_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6db7e6164_1_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b554516d9_0_7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b554516d9_0_7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b554516d9_0_8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b554516d9_0_8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b554516d9_0_9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db554516d9_0_9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b554516d9_0_9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b554516d9_0_9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b554516d9_0_10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b554516d9_0_10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b554516d9_0_11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b554516d9_0_11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b554516d9_0_5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b554516d9_0_5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1029906"/>
            <a:ext cx="9144000" cy="53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Industry Oriented Hands on Experience (22CS422)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Artha AI</a:t>
            </a:r>
            <a:endParaRPr b="0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Ashish Karakoti           2210990186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Agam Garg                   2210990077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Abhinav Savarni           2210990040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Akash                            2210990081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Dr. Gifty Gupta 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Financial management is an essential part of everyday life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However, most individuals lack structured tools to: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Track expenses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Plan savings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Make informed financial decisions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Existing systems are: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Fragmented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Limited in functionality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ArthaAI?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 struggle with: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Expense tracking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Savings planning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decisions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apps: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Solve isolated problems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intelligent insights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ArthaAI provides 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Expense tracking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Goal planning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Financial analysis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AI-based recommendations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One platform for complete financial management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Features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💰 Expense Tracking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🎯 Goal Planning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📊 Analytics Dashboard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🧠 Smart Recommendations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👤 User Profiling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(React)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(Express)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Logic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 Engine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React, Tailwind, Recharts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Node.js, Express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Screenshots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1705950" y="5894825"/>
            <a:ext cx="573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Login Page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6175"/>
            <a:ext cx="8839199" cy="451036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9525"/>
            <a:ext cx="8839202" cy="4458753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1" name="Google Shape;141;p22"/>
          <p:cNvSpPr txBox="1"/>
          <p:nvPr/>
        </p:nvSpPr>
        <p:spPr>
          <a:xfrm>
            <a:off x="1705950" y="5766550"/>
            <a:ext cx="573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Login Page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1705950" y="5894825"/>
            <a:ext cx="573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Register Page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3200"/>
            <a:ext cx="8839202" cy="446335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1705950" y="5766550"/>
            <a:ext cx="573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Dashboard Page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0200"/>
            <a:ext cx="8839200" cy="450808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1705950" y="5766550"/>
            <a:ext cx="573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Expenses Page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7325"/>
            <a:ext cx="8839204" cy="450334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1705950" y="5894825"/>
            <a:ext cx="573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Goals Page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3900"/>
            <a:ext cx="8839204" cy="451264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1705950" y="5894825"/>
            <a:ext cx="573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Recommendations Page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3788"/>
            <a:ext cx="8839204" cy="450799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1705950" y="5894825"/>
            <a:ext cx="573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Profile Page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8"/>
          <p:cNvPicPr preferRelativeResize="0"/>
          <p:nvPr/>
        </p:nvPicPr>
        <p:blipFill rotWithShape="1">
          <a:blip r:embed="rId3">
            <a:alphaModFix/>
          </a:blip>
          <a:srcRect b="0" l="0" r="1235" t="0"/>
          <a:stretch/>
        </p:blipFill>
        <p:spPr>
          <a:xfrm>
            <a:off x="207000" y="1195000"/>
            <a:ext cx="8729977" cy="446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financial awareness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in smarter decision-making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full-stack system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